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494e76341844b7" /><Relationship Type="http://schemas.openxmlformats.org/officeDocument/2006/relationships/extended-properties" Target="/docProps/app.xml" Id="R762b5615328c4508" /><Relationship Type="http://schemas.openxmlformats.org/officeDocument/2006/relationships/officeDocument" Target="/ppt/presentation.xml" Id="Ra696bedef5284b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0dfd2a5c514731"/>
  </p:sldMasterIdLst>
  <p:notesMasterIdLst>
    <p:notesMasterId xmlns:r="http://schemas.openxmlformats.org/officeDocument/2006/relationships" r:id="R1562d356ec604ec6"/>
  </p:notesMasterIdLst>
  <p:sldIdLst>
    <p:sldId xmlns:r="http://schemas.openxmlformats.org/officeDocument/2006/relationships" id="256" r:id="R0f6bda84c5cf4b3b"/>
    <p:sldId xmlns:r="http://schemas.openxmlformats.org/officeDocument/2006/relationships" id="257" r:id="R5325c4710e5b4a14"/>
    <p:sldId xmlns:r="http://schemas.openxmlformats.org/officeDocument/2006/relationships" id="258" r:id="Rbab0bb6e644d4c2e"/>
    <p:sldId xmlns:r="http://schemas.openxmlformats.org/officeDocument/2006/relationships" id="259" r:id="R329571af92e2455b"/>
    <p:sldId xmlns:r="http://schemas.openxmlformats.org/officeDocument/2006/relationships" id="260" r:id="Rd845e3d986cf44cb"/>
    <p:sldId xmlns:r="http://schemas.openxmlformats.org/officeDocument/2006/relationships" id="261" r:id="R538613ff414545d2"/>
    <p:sldId xmlns:r="http://schemas.openxmlformats.org/officeDocument/2006/relationships" id="262" r:id="Rdf0915fd3d6844b2"/>
    <p:sldId xmlns:r="http://schemas.openxmlformats.org/officeDocument/2006/relationships" id="263" r:id="R159639febbd047c3"/>
    <p:sldId xmlns:r="http://schemas.openxmlformats.org/officeDocument/2006/relationships" id="264" r:id="R4dfbc8c4c40f460b"/>
    <p:sldId xmlns:r="http://schemas.openxmlformats.org/officeDocument/2006/relationships" id="265" r:id="R731b1f97bd1a4788"/>
    <p:sldId xmlns:r="http://schemas.openxmlformats.org/officeDocument/2006/relationships" id="266" r:id="R8255647ea69a4db0"/>
    <p:sldId xmlns:r="http://schemas.openxmlformats.org/officeDocument/2006/relationships" id="267" r:id="R5f1fe013a39e4774"/>
    <p:sldId xmlns:r="http://schemas.openxmlformats.org/officeDocument/2006/relationships" id="268" r:id="R5d7222ddf47c403e"/>
    <p:sldId xmlns:r="http://schemas.openxmlformats.org/officeDocument/2006/relationships" id="269" r:id="R14de6ea8f2cb43fe"/>
    <p:sldId xmlns:r="http://schemas.openxmlformats.org/officeDocument/2006/relationships" id="270" r:id="Rd6c8b64aa4f24249"/>
    <p:sldId xmlns:r="http://schemas.openxmlformats.org/officeDocument/2006/relationships" id="271" r:id="R42e19032930748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4147bc864b45ca" /><Relationship Type="http://schemas.openxmlformats.org/officeDocument/2006/relationships/slideMaster" Target="/ppt/slideMasters/slideMaster1.xml" Id="Rfe0dfd2a5c514731" /><Relationship Type="http://schemas.openxmlformats.org/officeDocument/2006/relationships/notesMaster" Target="/ppt/notesMasters/notesMaster1.xml" Id="R1562d356ec604ec6" /><Relationship Type="http://schemas.openxmlformats.org/officeDocument/2006/relationships/presProps" Target="/ppt/presProps.xml" Id="R7435f026852645b3" /><Relationship Type="http://schemas.openxmlformats.org/officeDocument/2006/relationships/tableStyles" Target="/ppt/tableStyles.xml" Id="R17bdad11d1fb44b3" /><Relationship Type="http://schemas.openxmlformats.org/officeDocument/2006/relationships/slide" Target="/ppt/slides/slide1.xml" Id="R0f6bda84c5cf4b3b" /><Relationship Type="http://schemas.openxmlformats.org/officeDocument/2006/relationships/slide" Target="/ppt/slides/slide2.xml" Id="R5325c4710e5b4a14" /><Relationship Type="http://schemas.openxmlformats.org/officeDocument/2006/relationships/slide" Target="/ppt/slides/slide3.xml" Id="Rbab0bb6e644d4c2e" /><Relationship Type="http://schemas.openxmlformats.org/officeDocument/2006/relationships/slide" Target="/ppt/slides/slide4.xml" Id="R329571af92e2455b" /><Relationship Type="http://schemas.openxmlformats.org/officeDocument/2006/relationships/slide" Target="/ppt/slides/slide5.xml" Id="Rd845e3d986cf44cb" /><Relationship Type="http://schemas.openxmlformats.org/officeDocument/2006/relationships/slide" Target="/ppt/slides/slide6.xml" Id="R538613ff414545d2" /><Relationship Type="http://schemas.openxmlformats.org/officeDocument/2006/relationships/slide" Target="/ppt/slides/slide7.xml" Id="Rdf0915fd3d6844b2" /><Relationship Type="http://schemas.openxmlformats.org/officeDocument/2006/relationships/slide" Target="/ppt/slides/slide8.xml" Id="R159639febbd047c3" /><Relationship Type="http://schemas.openxmlformats.org/officeDocument/2006/relationships/slide" Target="/ppt/slides/slide9.xml" Id="R4dfbc8c4c40f460b" /><Relationship Type="http://schemas.openxmlformats.org/officeDocument/2006/relationships/slide" Target="/ppt/slides/slide10.xml" Id="R731b1f97bd1a4788" /><Relationship Type="http://schemas.openxmlformats.org/officeDocument/2006/relationships/slide" Target="/ppt/slides/slide11.xml" Id="R8255647ea69a4db0" /><Relationship Type="http://schemas.openxmlformats.org/officeDocument/2006/relationships/slide" Target="/ppt/slides/slide12.xml" Id="R5f1fe013a39e4774" /><Relationship Type="http://schemas.openxmlformats.org/officeDocument/2006/relationships/slide" Target="/ppt/slides/slide13.xml" Id="R5d7222ddf47c403e" /><Relationship Type="http://schemas.openxmlformats.org/officeDocument/2006/relationships/slide" Target="/ppt/slides/slide14.xml" Id="R14de6ea8f2cb43fe" /><Relationship Type="http://schemas.openxmlformats.org/officeDocument/2006/relationships/slide" Target="/ppt/slides/slide15.xml" Id="Rd6c8b64aa4f24249" /><Relationship Type="http://schemas.openxmlformats.org/officeDocument/2006/relationships/slide" Target="/ppt/slides/slide16.xml" Id="R42e19032930748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bfcf7f824945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159d2829cd4647" /><Relationship Type="http://schemas.openxmlformats.org/officeDocument/2006/relationships/notesMaster" Target="/ppt/notesMasters/notesMaster1.xml" Id="R05076ab05c9442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ab8a771c6a46d6" /><Relationship Type="http://schemas.openxmlformats.org/officeDocument/2006/relationships/notesMaster" Target="/ppt/notesMasters/notesMaster1.xml" Id="Ra586ebb8c92d4c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b43996b0784079" /><Relationship Type="http://schemas.openxmlformats.org/officeDocument/2006/relationships/notesMaster" Target="/ppt/notesMasters/notesMaster1.xml" Id="R3bf5d843ac8542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aa4508c8be4ea1" /><Relationship Type="http://schemas.openxmlformats.org/officeDocument/2006/relationships/notesMaster" Target="/ppt/notesMasters/notesMaster1.xml" Id="R9c7e44d5860041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a128aea8434c08" /><Relationship Type="http://schemas.openxmlformats.org/officeDocument/2006/relationships/notesMaster" Target="/ppt/notesMasters/notesMaster1.xml" Id="R1e2cce0f54ee49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f4a27e0c084f25" /><Relationship Type="http://schemas.openxmlformats.org/officeDocument/2006/relationships/notesMaster" Target="/ppt/notesMasters/notesMaster1.xml" Id="R56e918169ce345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458cff561f4e62" /><Relationship Type="http://schemas.openxmlformats.org/officeDocument/2006/relationships/notesMaster" Target="/ppt/notesMasters/notesMaster1.xml" Id="R57ad1139380347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94c83436ac4cf2" /><Relationship Type="http://schemas.openxmlformats.org/officeDocument/2006/relationships/notesMaster" Target="/ppt/notesMasters/notesMaster1.xml" Id="Rdccec3a3a3254e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349156cb434e81" /><Relationship Type="http://schemas.openxmlformats.org/officeDocument/2006/relationships/notesMaster" Target="/ppt/notesMasters/notesMaster1.xml" Id="R467b5e9157cf4a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f17b70be6b4cda" /><Relationship Type="http://schemas.openxmlformats.org/officeDocument/2006/relationships/notesMaster" Target="/ppt/notesMasters/notesMaster1.xml" Id="Refefdba4eea94e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fa5d9d5f394c8d" /><Relationship Type="http://schemas.openxmlformats.org/officeDocument/2006/relationships/notesMaster" Target="/ppt/notesMasters/notesMaster1.xml" Id="R2f0b86ec87fd48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abb9b1960045e3" /><Relationship Type="http://schemas.openxmlformats.org/officeDocument/2006/relationships/notesMaster" Target="/ppt/notesMasters/notesMaster1.xml" Id="R75ccc03aa3ad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4bad134b964c3e" /><Relationship Type="http://schemas.openxmlformats.org/officeDocument/2006/relationships/notesMaster" Target="/ppt/notesMasters/notesMaster1.xml" Id="Rdc357304e91140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d991a747ff4a0d" /><Relationship Type="http://schemas.openxmlformats.org/officeDocument/2006/relationships/notesMaster" Target="/ppt/notesMasters/notesMaster1.xml" Id="R8849a8d38d1542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5a646082c644387" /><Relationship Type="http://schemas.openxmlformats.org/officeDocument/2006/relationships/notesMaster" Target="/ppt/notesMasters/notesMaster1.xml" Id="R37fd4852790648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25176f947a4502" /><Relationship Type="http://schemas.openxmlformats.org/officeDocument/2006/relationships/notesMaster" Target="/ppt/notesMasters/notesMaster1.xml" Id="Rdfc7d99bb0b445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0, 11 und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2, 4 und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2.2 und Anhang 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https://docs.kaspa.org/toccata</a:t>
            </a:r>
          </a:p>
          <a:p xmlns:a="http://schemas.openxmlformats.org/drawingml/2006/main">
            <a:r>
              <a:t>- https://docs.kaspa.org/toccata/agent-brief</a:t>
            </a:r>
          </a:p>
          <a:p xmlns:a="http://schemas.openxmlformats.org/drawingml/2006/main">
            <a:r>
              <a:t>- https://github.com/kaspanet/silverscript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3.</a:t>
            </a:r>
          </a:p>
          <a:p xmlns:a="http://schemas.openxmlformats.org/drawingml/2006/main">
            <a:r>
              <a:t>- https://docs.kaspa.org/toccata/agent-brief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5.</a:t>
            </a:r>
          </a:p>
          <a:p xmlns:a="http://schemas.openxmlformats.org/drawingml/2006/main">
            <a:r>
              <a:t>- https://www.ecb.europa.eu/euro/digital_euro/pilot/html/ecb.faq-digital-euro-pilot.de.html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7.</a:t>
            </a:r>
          </a:p>
          <a:p xmlns:a="http://schemas.openxmlformats.org/drawingml/2006/main">
            <a:r>
              <a:t>- Methodische Referenz: zeitlich auslaufende Notfallrechte aus dem 1kUSD-Projekt.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6.</a:t>
            </a:r>
          </a:p>
          <a:p xmlns:a="http://schemas.openxmlformats.org/drawingml/2006/main">
            <a:r>
              <a:t>- https://www.elibrary.imf.org/view/journals/007/1999/009/article-A004-en.xml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https://unctad.org/system/files/official-document/rmt2025overview_en.pdf</a:t>
            </a:r>
          </a:p>
          <a:p xmlns:a="http://schemas.openxmlformats.org/drawingml/2006/main">
            <a:r>
              <a:t>- https://www.bankofgreece.gr/en/news-and-media/press-office/news-list/news?announcement=27a32287-1c58-44e7-b900-2c92c53ffe9c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https://eur-lex.europa.eu/eli/treaty/tfeu_2012/art_128/oj/deu</a:t>
            </a:r>
          </a:p>
          <a:p xmlns:a="http://schemas.openxmlformats.org/drawingml/2006/main">
            <a:r>
              <a:t>- https://eur-lex.europa.eu/eli/reg/1998/974/oj</a:t>
            </a:r>
          </a:p>
          <a:p xmlns:a="http://schemas.openxmlformats.org/drawingml/2006/main">
            <a:r>
              <a:t>- https://eur-lex.europa.eu/eli/reg/2023/1114/oj</a:t>
            </a:r>
          </a:p>
          <a:p xmlns:a="http://schemas.openxmlformats.org/drawingml/2006/main">
            <a:r>
              <a:t>- https://www.bankofgreece.gr/en/main-tasks/supervision/regulation-eu-2023_1114-on-markets-in-crypto-assets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1.3, 6, 10 und 17.</a:t>
            </a:r>
          </a:p>
          <a:p xmlns:a="http://schemas.openxmlformats.org/drawingml/2006/main">
            <a:r>
              <a:t>- https://www.bis.org/publications/aer-2025/next-generation-monetary-financial-system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11.3.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11.1 und 11.4.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Vollständiges ΔΡΑΧ Whitepaper, Kapitel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3250172df42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ebefc5be0a4aae" /><Relationship Type="http://schemas.openxmlformats.org/officeDocument/2006/relationships/slideLayout" Target="/ppt/slideLayouts/slideLayout1.xml" Id="Rad71379f6e7148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71379f6e7148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9a56833eb4043" /><Relationship Type="http://schemas.openxmlformats.org/officeDocument/2006/relationships/image" Target="/ppt/media/image.jpeg" Id="Rdd5c3a92cd6146fa" /><Relationship Type="http://schemas.openxmlformats.org/officeDocument/2006/relationships/notesSlide" Target="/ppt/notesSlides/notesSlide1.xml" Id="Ra80b6ccaf58348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a877a4f89462a" /><Relationship Type="http://schemas.openxmlformats.org/officeDocument/2006/relationships/image" Target="/ppt/media/image2.jpeg" Id="Ra19da5097e2a4a61" /><Relationship Type="http://schemas.openxmlformats.org/officeDocument/2006/relationships/notesSlide" Target="/ppt/notesSlides/notesSlide2.xml" Id="Rfd0e2d3d84f843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562bc56ef437c" /><Relationship Type="http://schemas.openxmlformats.org/officeDocument/2006/relationships/image" Target="/ppt/media/image3.jpeg" Id="Rd494724f878c4391" /><Relationship Type="http://schemas.openxmlformats.org/officeDocument/2006/relationships/notesSlide" Target="/ppt/notesSlides/notesSlide3.xml" Id="Red30043417484f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b9e6330084b30" /><Relationship Type="http://schemas.openxmlformats.org/officeDocument/2006/relationships/image" Target="/ppt/media/image4.jpeg" Id="R25b7613c678840a2" /><Relationship Type="http://schemas.openxmlformats.org/officeDocument/2006/relationships/notesSlide" Target="/ppt/notesSlides/notesSlide4.xml" Id="Rc3dd8407b1b14a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b7d65959e4692" /><Relationship Type="http://schemas.openxmlformats.org/officeDocument/2006/relationships/image" Target="/ppt/media/image5.jpeg" Id="R76f465a5d1dd4db8" /><Relationship Type="http://schemas.openxmlformats.org/officeDocument/2006/relationships/notesSlide" Target="/ppt/notesSlides/notesSlide5.xml" Id="Rc989ebc6d93e4b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227f987264010" /><Relationship Type="http://schemas.openxmlformats.org/officeDocument/2006/relationships/image" Target="/ppt/media/image6.jpeg" Id="R9d7c0750ce474043" /><Relationship Type="http://schemas.openxmlformats.org/officeDocument/2006/relationships/notesSlide" Target="/ppt/notesSlides/notesSlide6.xml" Id="R778dcb56a86849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2e7fdd1a844c5" /><Relationship Type="http://schemas.openxmlformats.org/officeDocument/2006/relationships/image" Target="/ppt/media/image7.jpeg" Id="Rabe03ef058f846d6" /><Relationship Type="http://schemas.openxmlformats.org/officeDocument/2006/relationships/notesSlide" Target="/ppt/notesSlides/notesSlide7.xml" Id="R94d8618920054b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acee4cadc4662" /><Relationship Type="http://schemas.openxmlformats.org/officeDocument/2006/relationships/image" Target="/ppt/media/image8.jpeg" Id="Rc8d92a4ffd9544a8" /><Relationship Type="http://schemas.openxmlformats.org/officeDocument/2006/relationships/notesSlide" Target="/ppt/notesSlides/notesSlide8.xml" Id="R99e34471e56649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ee4f6e88a4a64" /><Relationship Type="http://schemas.openxmlformats.org/officeDocument/2006/relationships/image" Target="/ppt/media/image9.jpeg" Id="R53b2245ba1c045e7" /><Relationship Type="http://schemas.openxmlformats.org/officeDocument/2006/relationships/notesSlide" Target="/ppt/notesSlides/notesSlide9.xml" Id="R22f3a0ca1f6b45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14428f0614643" /><Relationship Type="http://schemas.openxmlformats.org/officeDocument/2006/relationships/image" Target="/ppt/media/image10.jpeg" Id="R15ee359b53a244b0" /><Relationship Type="http://schemas.openxmlformats.org/officeDocument/2006/relationships/notesSlide" Target="/ppt/notesSlides/notesSlide10.xml" Id="Rbf8c291444e742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46aa018924ca0" /><Relationship Type="http://schemas.openxmlformats.org/officeDocument/2006/relationships/image" Target="/ppt/media/image11.jpeg" Id="Rad1cf50a0a5141a9" /><Relationship Type="http://schemas.openxmlformats.org/officeDocument/2006/relationships/notesSlide" Target="/ppt/notesSlides/notesSlide11.xml" Id="Ra88cbe5cb6e346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5838033a94f4e" /><Relationship Type="http://schemas.openxmlformats.org/officeDocument/2006/relationships/image" Target="/ppt/media/image12.jpeg" Id="Rdbbfb19e88144065" /><Relationship Type="http://schemas.openxmlformats.org/officeDocument/2006/relationships/notesSlide" Target="/ppt/notesSlides/notesSlide12.xml" Id="Rad6ae9ee35204a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5b760d08847ee" /><Relationship Type="http://schemas.openxmlformats.org/officeDocument/2006/relationships/image" Target="/ppt/media/image13.jpeg" Id="R708ecc461f2f4e92" /><Relationship Type="http://schemas.openxmlformats.org/officeDocument/2006/relationships/notesSlide" Target="/ppt/notesSlides/notesSlide13.xml" Id="R392b2e9d3346479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1b26b89894cce" /><Relationship Type="http://schemas.openxmlformats.org/officeDocument/2006/relationships/image" Target="/ppt/media/image14.jpeg" Id="R72be9e6a2b544014" /><Relationship Type="http://schemas.openxmlformats.org/officeDocument/2006/relationships/notesSlide" Target="/ppt/notesSlides/notesSlide14.xml" Id="R63dc4016f73d4b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24ed634c5459e" /><Relationship Type="http://schemas.openxmlformats.org/officeDocument/2006/relationships/image" Target="/ppt/media/image15.jpeg" Id="R331ae5d6736142fe" /><Relationship Type="http://schemas.openxmlformats.org/officeDocument/2006/relationships/notesSlide" Target="/ppt/notesSlides/notesSlide15.xml" Id="R49f229ec99954c4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2d5227c58455b" /><Relationship Type="http://schemas.openxmlformats.org/officeDocument/2006/relationships/image" Target="/ppt/media/image16.jpeg" Id="Rbef338ebd6dd4d52" /><Relationship Type="http://schemas.openxmlformats.org/officeDocument/2006/relationships/notesSlide" Target="/ppt/notesSlides/notesSlide16.xml" Id="Rb1e57b358c974c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4685C-AB9B-44CA-8B13-2BC71A67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DDCCFB-409A-4230-B965-5B76B9F1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6BD7D-6005-420C-B752-ACC5C390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49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ÖFFENTLICHE FORSCHUNGSFASSUNG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8A693-6BD4-4B55-85E9-5225F7E9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35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PROGRAMM DRX — UNABHÄNGIGE DRACHME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2F2BD-77C1-44DC-B672-67B931FA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0C873"/>
                </a:solidFill>
                <a:latin typeface="Aptos"/>
                <a:ea typeface="Aptos"/>
                <a:cs typeface="Aptos"/>
              </a:rPr>
              <a:t>Griechische Initiative für Währungstechnologie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9F7B0-7607-4FC8-926E-5BC127DE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D7E0E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7E0E8"/>
                </a:solidFill>
                <a:latin typeface="Aptos"/>
                <a:ea typeface="Aptos"/>
                <a:cs typeface="Aptos"/>
              </a:rPr>
              <a:t>Machbarkeitsstudie für eine harte digitale und physische Rechnungseinheit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8B594-CD6D-44FD-ACA1-105EF11E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dig Δραχμή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70A47-B6CF-4424-AEC2-76E2E474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Vendetta Labs · Gio (Kaspartizan)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65EF9-CD24-4FC2-86B7-EF13187B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Öffentliche Forschungsfassung · 1. September 2026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5c3a92cd6146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0" y="165735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4430E-B5FE-4475-993E-26842FBF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INDEPENDENT PUBLIC FEASIBILITY STUDY</a:t>
            </a:r>
          </a:p>
        </p:txBody>
      </p:sp>
    </p:spTree>
    <p:extLst>
      <p:ext uri="{BB962C8B-B14F-4D97-AF65-F5344CB8AC3E}">
        <p14:creationId xmlns:p14="http://schemas.microsoft.com/office/powerpoint/2010/main" val="6970746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DE4AF4-029C-4096-86C7-2493B898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3315-77DC-4FAE-B840-960CE7AE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MANDAT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E1BCB-BE84-4674-BA90-D256BBA0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66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Beantragt wird Forschung - keine Währungseinführung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63CA8-0F74-4574-AED7-55983941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da5097e2a4a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081BA-2618-4551-B07D-137AA86B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9F2EC-81B8-428B-887A-3D567492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D586B7-983E-47BF-847E-0221D895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Phase 0 · 12-18 Monate · maximal 1,6 Mio. Euro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DEF13-2434-43D8-8F27-28B203CD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18EB4-AB1D-4A7E-B54D-3895ADFD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6A534-A4A5-4790-ADAD-D3A0F075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23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Rechtsgutachten und makroökonomische Simulation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77E87-AB33-4F55-87EB-AE3BC3DD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F3EFB-FC75-403D-BDC5-AB8C5F96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4F2F0-76A6-4D4C-8B4D-69E65D18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wertloser Kaspa-Toccata-Testnet-Prototyp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E0020-0277-44F0-943B-7EBAF2A7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437E3-F257-4741-81EB-56BD6F73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2EB60C-4301-4CD6-8915-537243F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CashLot- und Offline-Labortests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D3AB7C-1FF4-45B8-B19A-FC8979FD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6244F9-F332-4E9B-8BF6-DF6B896F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90D7B1-C051-4C9A-ABE6-18A9CFE2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automatischer Sunset ohne neuen Beschluss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C3C2C8-0F74-46E0-A3B2-8B38E201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Nicht beantragt: Mainnet-Wert, Banknoten mit Nennwert, Steuerannahme, Legal Tender oder Grexit-Entscheidung.</a:t>
            </a:r>
          </a:p>
        </p:txBody>
      </p:sp>
    </p:spTree>
    <p:extLst>
      <p:ext uri="{BB962C8B-B14F-4D97-AF65-F5344CB8AC3E}">
        <p14:creationId xmlns:p14="http://schemas.microsoft.com/office/powerpoint/2010/main" val="19490937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44FB2F-235B-41E7-B845-39B524CA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134B0-90A9-42FD-B83F-93C3AB3A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GELDVERFASSUNG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ADC8F-BDB2-4922-8436-2DDE4C3F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Eine Einheit - vier Trägerformen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9DA34-7EBC-4CC9-B999-9208FE12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4724f878c439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4C309-0A1C-4D77-A557-8A3B10DB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D5CEE-44D9-4165-838F-81BC7232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DA454-4ECB-400E-B352-B0FC9FA7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ΔΡΑΧ ist keine CBDC und kein Stablecoin.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17014-E279-4548-BCCD-93895230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4DFB6-8C25-4079-8DC2-9ECB9554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569987-2AF2-4EA9-BA33-BA797EBA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2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digitaler Bearer Value in Self-Custody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FE0AA-9D27-41C8-9632-868139EC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8E9E69-157D-4A84-B9CC-5D216699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E2FAC5-D985-4BC7-99F4-2357571D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772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vorfinanzierter Offline-Wert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25C39-1A02-4703-87A1-C41489C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A0A4D-4A12-4451-AB85-4B8D2E89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6AC3E-5CC5-4A01-B656-CA01DCA9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Banknoten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00A25-FAEF-4C46-8AED-E4DCB878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03A12-A049-437C-A772-44B8BA1A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DCB1BF-D994-450F-94AE-4DE81119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Münzen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6F420B-A12C-4FD4-8FF9-19C5D98A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Alle Formen teilen dieselbe Geldmenge. Physisches Geld entsteht nur gegen gleich hohen digitalen Lock.</a:t>
            </a:r>
          </a:p>
        </p:txBody>
      </p:sp>
    </p:spTree>
    <p:extLst>
      <p:ext uri="{BB962C8B-B14F-4D97-AF65-F5344CB8AC3E}">
        <p14:creationId xmlns:p14="http://schemas.microsoft.com/office/powerpoint/2010/main" val="5431528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7C098-0E84-4316-8FBB-F4137351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19BC0-F910-4685-9E0D-EAEAD4F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PROTOKOLL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A8AB5-A7DB-4F43-B66D-3AFE85C9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Die Verfassung passt in eine Gleichung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0D01B-F96E-4545-9C79-40FC55AD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7613c678840a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D137A-D3FE-445D-9737-DCC31E16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6B5FD-0F70-451A-A0E8-189964B5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546ADA-B654-49F5-933A-857C038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050" b="1">
                <a:solidFill>
                  <a:srgbClr val="D9A84E"/>
                </a:solidFill>
                <a:latin typeface="Georgia"/>
                <a:ea typeface="Georgia"/>
                <a:cs typeface="Georgia"/>
              </a:defRPr>
            </a:pPr>
            <a:r>
              <a:rPr sz="4050" b="1">
                <a:solidFill>
                  <a:srgbClr val="D9A84E"/>
                </a:solidFill>
                <a:latin typeface="Georgia"/>
                <a:ea typeface="Georgia"/>
                <a:cs typeface="Georgia"/>
              </a:rPr>
              <a:t>S = D + P + O + E ≤ Mmax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D6D90-B060-425F-9F10-AA2A93F0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09355-D6CB-4156-8970-35BA378C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3D50B-1FD9-4624-BD00-0076C125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D77681-802A-49EB-B028-1260DF81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digital frei umlaufend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7EE0D-EF08-44CF-BB5C-4C616DF1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194D0-5D2C-42BA-B4C1-687FE832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45EF8-FD7A-4751-855C-EDDBC735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F4D78-A9BF-41A7-8943-45F3B024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für Papier und Metall gesperrt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0939D7-0E81-48E8-850C-33380F1C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B30B5-12CA-4E8B-88BA-32D61860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0259D-0EED-4BAC-833D-686195BA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35972-802C-4C08-82AC-F5BBF39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für Offline-Zahlung gesperrt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5D128-FC2A-407A-92A6-017F1081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C49333-7E52-4517-A85E-754F5634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F7832E-FCA3-4D2E-82AF-BA962CE0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932E5C-3D2E-4241-A35D-1F3B1F3E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eng definierte Sonderzustände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0CC8D-CF35-4C51-A7B7-18493AE8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Formwechsel verändern S nicht. Kein Notfall-Mint.</a:t>
            </a:r>
          </a:p>
        </p:txBody>
      </p:sp>
    </p:spTree>
    <p:extLst>
      <p:ext uri="{BB962C8B-B14F-4D97-AF65-F5344CB8AC3E}">
        <p14:creationId xmlns:p14="http://schemas.microsoft.com/office/powerpoint/2010/main" val="2591036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68FF01-F227-421B-AF42-AD1D2D6F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CF5C4-A8DA-4094-B781-06A96C45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PROTOKOLL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91CEC-4A0A-4F4E-A099-AF449B85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Kaspa Toccata passt zum Bearer-Modell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57A60-2BAC-47EA-B714-93689388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465a5d1dd4db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AB066-83AD-45B3-B4A9-DEF2EF72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51796-0661-44F5-BC4A-93431D41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EAE98-408F-4ABA-AD5B-123A0C29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143250" cy="36195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21BF9-AFEF-4BB7-9C52-E0FB4094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750" b="1">
                <a:solidFill>
                  <a:srgbClr val="F0C873"/>
                </a:solidFill>
                <a:latin typeface="Georgia"/>
                <a:ea typeface="Georgia"/>
                <a:cs typeface="Georgia"/>
              </a:defRPr>
            </a:pPr>
            <a:r>
              <a:rPr sz="3750" b="1">
                <a:solidFill>
                  <a:srgbClr val="F0C873"/>
                </a:solidFill>
                <a:latin typeface="Georgia"/>
                <a:ea typeface="Georgia"/>
                <a:cs typeface="Georgia"/>
              </a:rPr>
              <a:t>UTXO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0EC99-A550-41DF-9A40-D542D29B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571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RULES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SETTLEMENT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BE469-F06B-4860-A472-2F114230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672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KASPA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TOCCATA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4B420-F8F7-480D-B7AB-DD4255B8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EC305-8E31-4D47-B1CE-2D88E5DD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67C27-220F-4A38-9762-4C1CB2F2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25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UTXO-native Covenants statt zentraler Kontoregistry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A600F-B91E-43BB-BAAC-687E0D66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398470-6702-4CE5-A924-FF271EBC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266AA-AD63-419C-9FCF-5C6B8FC3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jeder Spend validiert zulässige Nachfolger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AFB0B0-89F9-43D5-A1F9-3D1927E5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6E185-B50F-4725-BEE6-B7FA60E6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CB47D-7B8B-4AAF-BBFF-169A3799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lokale Split-/Merge-/Transfer-Invarianten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65961E-15EF-4EDB-8B5F-BC13B743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C0DFA-9EB7-4E79-8061-3A1488C4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168BD-730F-405E-8BBE-31E90FD3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811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paralleler Zahlungsverkehr ohne globalen Balance-Speicher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00EFD3-1A78-44AC-8835-4D915D1F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91200"/>
            <a:ext cx="758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5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Aber: KAS-Gebühren, Compiler, Wallets und Indexer bleiben externe Abhängigkeiten. Ein Migrationstest ist Pflicht.</a:t>
            </a:r>
          </a:p>
        </p:txBody>
      </p:sp>
    </p:spTree>
    <p:extLst>
      <p:ext uri="{BB962C8B-B14F-4D97-AF65-F5344CB8AC3E}">
        <p14:creationId xmlns:p14="http://schemas.microsoft.com/office/powerpoint/2010/main" val="2135173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C1E530-093D-4429-9389-ADEDBAB4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CA754-1220-42A4-868B-5065C30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PROTOKOLL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3AEA6-C6F4-4750-9638-033B7545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Der technische Kern bleibt klein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C89DD-A042-479D-A79B-2A3ABEB9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c0750ce4740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E4B03-E569-4B03-9CF7-359BDB7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4AF6B-3F6B-4D5A-B377-1CFFA0B8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18F2A-F9DC-4520-8DA6-D15FB47D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99533-84E7-46BD-85C8-7F2D88CB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D1316-845A-48B5-883A-5F27411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Constitution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30A54-A64F-4AFB-9127-BF2F6C3F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M0, Mmax, Emissionsplan,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2884B-1455-430C-8F54-B9130136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73423A-DF1D-4174-8840-0C37F47A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C893E3-DB97-4A65-A276-E8768618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Bearer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FF626-1F14-4876-BFD7-61E25978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split, merge, transfer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D4DF7-3F11-4F89-BC63-AC33B31D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A610E2-0BD3-424C-9ABA-3C10CCBE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3464E-0361-46E3-A0B6-64BA81BB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7F8CEF-91AC-4634-A4E3-9F132A64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physische Ausgabe und Vernichtung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46A7BA-0158-4A03-9FC3-078BB6FB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0EC2D-03C3-4E8E-BCBD-F4DB82C6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EA0CB9-5E24-4F73-B499-82F79B9B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OfflineLock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0A6A29-9539-4668-AA0A-EF094A1E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vorfinanzierter Offline-Wert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94A5B-46A9-4ADA-9D32-547B056C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75361B-4DFF-4FA1-AF30-CE887D98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FF04DC-368C-45E3-BC2F-F1AF033C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Recovery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7D80E8-26B7-4352-BA69-68052F16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eng begrenzte Streitfälle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931EE5-8817-47F0-B52D-8B2E7C68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Kein Oracle, EUR-Peg, Blacklist- oder globaler Pause-Schalter.</a:t>
            </a:r>
          </a:p>
        </p:txBody>
      </p:sp>
    </p:spTree>
    <p:extLst>
      <p:ext uri="{BB962C8B-B14F-4D97-AF65-F5344CB8AC3E}">
        <p14:creationId xmlns:p14="http://schemas.microsoft.com/office/powerpoint/2010/main" val="11149845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B0FDB6-7C2F-46B7-A455-4B6D3E1C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5D75B-9BDB-4E70-A07C-8AFB711F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BARGELD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796057-C8FA-4461-B5DE-E8F3D683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Banknote und Token sind dieselbe Verbindlichkeit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BBF5C-C1C6-4DFB-BE85-516FF285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03ef058f846d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826B9-2325-4F67-8B79-7842ABF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4CFF5-AF58-42A9-9703-E0788AE6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217909-55CA-488A-8166-7B3F2BB7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52DA32-FBE0-4204-A287-96D17E2A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84DB9-C18B-4C84-9ACF-FC754692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01  Bank oder Cash Utility sperrt x ΔΡΑΧ im CashLot.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03D19-0C6A-4C24-A018-C35547B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033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73860-28FB-4E74-84AE-FB297E49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E00A5-8576-4B8D-808A-CB9D5763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0E227C-AADC-45DB-8017-98B03D6C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6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42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02  Druckerei/Münzstätte produziert nur gegen gültigen Warrant.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D7825-615B-490A-A819-46D588C3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394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B3638-E663-4750-9819-394697F7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53F94-894E-43DF-BAEB-16EA65CD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5812BE-0D58-4C45-AB40-F8834862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37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04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03  Prüfer attestiert Charge; Ausgabe wechselt auf „Issued“.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809E6-0B89-47FC-911C-63F176CE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F3B571-9050-478E-AC56-AAC322DB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42237-72DC-4EED-AC2A-5C595F73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D5202-F1FD-4F21-A641-CE23E4AE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04  Rückgabe wird geprüft, entwertet und vernichtet.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7A0F2F-1CFC-4868-B711-13AB063F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16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1EC47D-CBF6-4598-9EE0-D35E44DF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6E748C-FD52-410B-93B5-36482F11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04580-1F64-4FD3-8F3F-A48E1BF5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359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4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05  Erst danach werden exakt x ΔΡΑΧ digital freigegeben.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5F5CAF-0C32-448F-B92A-D8E70F35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Bei Unsicherheit bleibt der digitale Wert gesperrt: Liquidität kann blockieren, die Geldmenge nicht wachsen.</a:t>
            </a:r>
          </a:p>
        </p:txBody>
      </p:sp>
    </p:spTree>
    <p:extLst>
      <p:ext uri="{BB962C8B-B14F-4D97-AF65-F5344CB8AC3E}">
        <p14:creationId xmlns:p14="http://schemas.microsoft.com/office/powerpoint/2010/main" val="3594880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2CCB8-073D-4649-B8B7-7F134874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6FEA4-AECF-4501-AB64-562B272A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BARGELD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006B6-88F2-45D1-BF28-BAC40ED0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ist begrenzt - nicht magisch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622DA-BFDF-41DB-9E6A-91DC01FF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92a4ffd9544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D014E-731F-485D-9B4A-8C22D65C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655B5-9681-4525-87A4-691286A5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847A5-5AD2-470B-87CB-8EAC3885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355D0-7E6C-4B9A-9646-DC64FB8D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2A81E-3F13-4105-B462-382B13E4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771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maximal 150 ΔΡΑΧ je Gerät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E708D-F607-4E01-8CFD-A2A724FA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D8444-3B1D-4776-8909-11C1E647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C4E10-E31E-4814-8515-7439AA56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73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maximal 50 ΔΡΑΧ je Zahlung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FD9D0-5FE2-4FE8-B1F8-C9393537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6A9D56-327E-40B5-BC43-A8A4BECB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423AB-3018-4942-8B64-CF300AB3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807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maximal drei Offline-Hops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5A41E-A991-4675-994E-5CAE39C3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70242-3143-44C0-9DA3-73F8F55D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EC099E-2F69-47E1-A65F-EF0EFD29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Synchronisation spätestens nach 72 Stunden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A4F104-4B07-4CA7-BD71-2E515E2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Händler sieht Offline-Eingang bis Abrechnung als risikobehaftet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D6F45F-0E52-436F-9F55-FF6EBF0F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Trustlose, unbegrenzte Offline-Finalität wird ausdrücklich nicht versprochen.</a:t>
            </a:r>
          </a:p>
        </p:txBody>
      </p:sp>
    </p:spTree>
    <p:extLst>
      <p:ext uri="{BB962C8B-B14F-4D97-AF65-F5344CB8AC3E}">
        <p14:creationId xmlns:p14="http://schemas.microsoft.com/office/powerpoint/2010/main" val="9249512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6A3419-482A-47D3-83E1-4A677092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DE2C7-9679-4F1F-A5F0-7FFDF88D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OFFLINE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90A76C-3AF2-43B7-81C3-978673AB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Der Staat startet - und verliert die Schlüssel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023B2-DC21-4125-A770-D069697D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2245ba1c045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CFB1B-B418-4B0D-9DA0-52FB58F4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9D313-CF1B-4F4E-AEC8-F2B36B1E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50255-98B9-461B-B50C-001DD354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5EFB2-9E9F-4117-81A4-693E5548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1641C6-476A-4792-A7D9-BC1CB0D6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80CBC-E504-47BC-9436-AE454218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52156-A41E-4BFD-8B6D-27E5C5E1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Tag 0-90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D7F202-6180-4A0E-93BF-252EE542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Testnet/Bugfixes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BEACC-6E7B-4919-9366-34E10684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FC8D5A-9F9C-41C0-AF3A-6FC4502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174402-5836-4A46-BFAF-02A40E93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40DA47-2884-47B0-A77A-3C235DBB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E3544E-545A-4E1A-A288-86B8B3D2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Tag 91-365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9C5038-1AB7-4C68-9C04-B89481FE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nur Security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E168C3-0434-4EF1-8E27-878B1565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8CB8D0-F546-459B-93F1-D3B8EDA7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FB0393-54D6-4C3A-83D9-8FE5C6DF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B353C9-BC8F-4D42-AA00-8362F59C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542F4B-69A7-424D-AD56-0F8996AC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Monat 13-24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231993-F558-4F1E-8455-F9C1201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Übergabe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D2A057-587F-4C59-A7B4-33DCC454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FBE0D4-D46F-46CC-84E8-19B94D03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7071C2-22B0-42D2-AA12-19DA0170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F0BAA0-6295-4601-B194-35BDFB9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2637E4-9351-4B91-93D5-731DC8BE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Sunset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4CCF1B-AF5D-4BB2-AD99-81758F9F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Key Burn und öffentlicher Covenant-Nachweis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291C8A-7840-4724-9975-380E6DB8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Mmax, Unfreezeability und Cash-Deckung sind danach nicht regierbar.</a:t>
            </a:r>
          </a:p>
        </p:txBody>
      </p:sp>
    </p:spTree>
    <p:extLst>
      <p:ext uri="{BB962C8B-B14F-4D97-AF65-F5344CB8AC3E}">
        <p14:creationId xmlns:p14="http://schemas.microsoft.com/office/powerpoint/2010/main" val="2333277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AE072-8887-4A0C-A759-9E4EAC2B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8FDC8-403D-4B7E-911C-353BDA73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BANKEN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C39EE-75B1-4A4D-9750-7AE403F0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Banken verwahren Zahlungen - Kredit trägt Laufzeitrisiko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858EA-8DBC-45D3-9CB0-7B914119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e359b53a244b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1D6F3-C296-4EA6-BAA4-6C1CC042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C35C9-146E-41F6-B002-DBC9B13C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83DD5-159F-4100-BF4A-DA2D620D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8B0D4-4B11-48A8-B5A1-653DFC20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19C32-4357-4F25-B8BE-B0BEBDC6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Zahlungskonten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81237-B37C-40BD-841F-E1733F4F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100 % Reserve in ΔΡΑΧ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insolvenzfestes Sondervermögen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öffentliche Reserve-Attestation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7277B-6A01-4AB5-92CA-D67034A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97752-DC63-451A-AABD-7F4C2875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7FAA2-F47F-41EE-907E-2483405D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Kredit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49E166-CCF0-4E5C-BA86-98298B2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aus Termineinlagen, Anleihen, Eigenkapital und Fonds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kein Geldschöpfungsrecht der Bank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Verluste trägt Risikokapital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374650-45E4-4FF3-93EB-BD641AFE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Krisenliquidität muss vorfinanziert sein.</a:t>
            </a:r>
          </a:p>
        </p:txBody>
      </p:sp>
    </p:spTree>
    <p:extLst>
      <p:ext uri="{BB962C8B-B14F-4D97-AF65-F5344CB8AC3E}">
        <p14:creationId xmlns:p14="http://schemas.microsoft.com/office/powerpoint/2010/main" val="14896339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B906A1-C483-4872-8EDF-6DA8BC20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16867-C297-468C-A5D4-8DD1493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BANKEN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C11F7-2D02-49EA-8739-363D8C05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Weltwirtschaftliche Relevanz muss verdient werden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90C6-F57C-44E4-9FC5-59D04CD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cf50a0a5141a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3C83A-2932-4B4C-83DD-9FE829C8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1F62A-D2FA-423B-9B92-A17DEEF7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88A66-9FE3-4D74-9116-5370A216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0F960-82DD-44DE-8D2C-B195DC63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619EC-3DC3-40D3-8769-81D68531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Schifffahrt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03D017-3004-49A8-A6B3-323FEF47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Griechenland hielt Anfang 2025 16,4 % der globalen Flottenkapazität.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A990A-FB63-458B-B7E7-26E3D895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AC745-B65F-4248-BDBA-88654AD1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3C5E0-8EA8-49C8-A864-F517D7BC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Tourismus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C2B65-E52A-4D2F-94FB-B92C2E16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Reiseeinnahmen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F7303-50A6-4766-9E08-A1141C28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4EEE5-2C63-447E-AAA3-82DF339C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2B8F0-BB6A-45E6-995B-AE100326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Inseln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F4F7EC-EBAA-468A-8BD7-82D1B62D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Naxos, Kalymnos und Syros bieten unterschiedliche Pilotprofile.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3AC35-427E-488F-A084-E9EFAE2E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8D141-60D3-41EB-ABE1-DAE87CD2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019C44-E4F0-49C9-8A85-2282F0FB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Diaspora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806092-21DE-49EA-A17F-B7103A10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freie, regulierte On-/Off-Ramps statt offiziellem EUR-Schalter.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482819-E040-4693-82AE-CAA3587C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BTC, ETH und Gold dürfen in einem getrennten Liquiditätsfonds liegen - niemals mit Mint- oder Peg-Recht.</a:t>
            </a:r>
          </a:p>
        </p:txBody>
      </p:sp>
    </p:spTree>
    <p:extLst>
      <p:ext uri="{BB962C8B-B14F-4D97-AF65-F5344CB8AC3E}">
        <p14:creationId xmlns:p14="http://schemas.microsoft.com/office/powerpoint/2010/main" val="3146771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14F40-7200-4056-AB94-BB6859D0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45329-9869-44DB-B158-4933E2AF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WELTWIRTSCHAFT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86154-ACA9-4F20-BD5F-313F8B1A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Zwei Rechtspfade dürfen nicht vermischt werden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CC8F6-C91C-4A7B-BE32-A608A1FE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fb19e8814406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7878C-19BB-4C9C-831C-7C2CF422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3CE27-22F4-4C4E-9C9B-FD1CF3E8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DD46B-1B89-4B66-AF04-A830E66E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5F3BB9-A88A-44BB-A538-DB24BC38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345C9-13D0-4EC3-AF9E-DD328920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Eurozone / Phase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9F79D8-94F8-4A9C-92C2-ED4EA147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Forschung und wertloses Testnet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keine Annahme- oder Steuerpflicht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MiCA-/AML-/DSGVO-Gutachten und automatischer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276D5-8203-498E-8944-95406160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18E91-6B7E-4F72-8E50-503D495A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12744-E38B-4877-9508-434C3428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Volle Währungssouveränität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B31CC5-C0D3-4C2A-B228-3DD373CC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Währungsgesetz, Steuerdenomination und Legal Tender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Banken-, Bargeld- und Schuldenumstellung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2D951-7EF6-4A54-A58F-9384BA75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Separate Grundentscheidung; keine Austrittsempfehlung.</a:t>
            </a:r>
          </a:p>
        </p:txBody>
      </p:sp>
    </p:spTree>
    <p:extLst>
      <p:ext uri="{BB962C8B-B14F-4D97-AF65-F5344CB8AC3E}">
        <p14:creationId xmlns:p14="http://schemas.microsoft.com/office/powerpoint/2010/main" val="3555048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891060-7224-432B-8077-05595120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0C5F-7FF5-44B8-A543-7A28B680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WELTWIRTSCHAFT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BF731-FC7F-4DAB-B95B-2D52760A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Die stärksten Einwände bleiben im Modell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1EBB7-7ABC-48D9-A95F-B26108F3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ecc461f2f4e9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CB01A-74FD-422D-A688-1B1BCCC7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D92A6-DA62-4E26-AC8B-CDB91164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5AE50-B6E0-4EC6-A950-12AA2A97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63634-9BD3-4DF1-A8BF-16FA365D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209E7-0E04-4F50-B202-29212AAE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Deflation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E4A83-0322-4811-B9EA-995D1A10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fixe Menge kann reale Schuldenlast erhöhen.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AD54C-C041-4042-8D01-F1BFCEE9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7AD4B0-FA91-4B42-8CC9-F329F275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7576A-D72B-4CCE-9333-30CDAF18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Kreditknappheit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E390F-6EEF-4D42-B65E-B69ED76C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Narrow Banking verteuert Finanzierung.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2AF8E5-6423-459F-BE66-B42868CF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F48E-171E-48B5-BFB0-19AA3D5D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6CAFCB-6B3C-4C60-AF3D-2A712E6B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Kaspa-Abhängigkeit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5317F-3BA8-459B-A8EC-548751CD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fremdes Netzwerk ist keine vollständige Autarkie.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65606-81C1-45C5-ABDA-6D89D3BF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F5F95-D88E-4174-9E66-4814FC5A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6B3A88-A740-4BE0-B075-AC606CEB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Bargeldbetrug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4D3B3D-1E7A-4343-8336-6904B118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physischer Arm bleibt institutionell.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1AF99B-0078-4F60-B8E5-1CE108E4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DF53F5-F5D2-4FA5-869C-3C202D8E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5399FD-DCA3-498F-A64A-B75D4308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Double Spend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635874-7E5D-4E56-9FC2-42E428C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Verlust wird begrenzt, nicht eliminiert.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55F2E3-F4FF-4BCC-8BF5-D92335EB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8B71C5-B614-4C93-8B89-69D07A7B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67147E-6285-4B8B-A3BF-E4FF55BC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Staatlicher Druck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CDE84D-174E-4FE1-A775-4A0FA7DE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Technik verhindert Mint/Freeze, nicht Verbote oder Marktblockaden.</a:t>
            </a:r>
          </a:p>
        </p:txBody>
      </p:sp>
    </p:spTree>
    <p:extLst>
      <p:ext uri="{BB962C8B-B14F-4D97-AF65-F5344CB8AC3E}">
        <p14:creationId xmlns:p14="http://schemas.microsoft.com/office/powerpoint/2010/main" val="19859350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D8981C-8B65-4982-9659-FC0BED5E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19CF9-650C-4E62-854F-D689C31A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RISIKEN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38377-9AD1-444B-8FC4-AA619822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Phase 0 liefert Beweise statt Marktwert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669EF-10A9-47D7-B787-70D5FFBB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e9e6a2b54401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11373-C971-4C81-952F-8D3FBCA7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922A5-E34F-4D16-9EAB-4A2ABDF9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B81CE-9571-408F-A3BA-6F91F1D8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ABC47-280F-4C12-B7C3-CAFFC066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0-3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25B68-9F5E-4C6C-9077-8B74A67F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335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Rechtsfragen, Invarianten, Testnet-Umgebung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0063C-51F1-4F12-995D-21252C8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09A21B-A03F-4CA5-8490-4381B6E0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4-6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E866E-55F8-46C8-BF18-65A47730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812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Constitution/Bearer PoC und Supply-Indexer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CF2A6-B788-4BDA-8E8D-FB9E3A7E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A921D-F791-41BF-9031-6284CB34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289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7-9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5B5D49-3568-4DD0-971E-4B048492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289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CashLot, Offline-Labor, Zwischenentscheidung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F3ECF9-984C-4384-A1B1-9CFFE0F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63590-AD4A-4DE6-9921-795DC0F7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10-12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422DA1-1908-4D7E-BB74-18F8803A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766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Angriffssimulation und Migrationstest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F1E1E4-A295-4435-87DD-CE468629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F4A702-8C0A-4C3A-9071-B92A8652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13-15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4648E7-CE39-4D21-BE8D-F462FE42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integrierte wertlose Demo und Red Team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B5060D-EB53-424B-941D-BB6B7129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DAF01-1421-4E66-9668-3FD13B4B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720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16-18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E2FB0D-8859-4304-8F7F-BD97D556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720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Abschlussgutachten: Go/No-Go/Research-Only</a:t>
            </a:r>
          </a:p>
        </p:txBody>
      </p:sp>
    </p:spTree>
    <p:extLst>
      <p:ext uri="{BB962C8B-B14F-4D97-AF65-F5344CB8AC3E}">
        <p14:creationId xmlns:p14="http://schemas.microsoft.com/office/powerpoint/2010/main" val="17774766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D00133-06AC-4885-A9D1-5D60B84F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CB3D2-B2C6-4F17-B410-BB62121B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RISIKEN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1702C-F177-43E5-9222-53F04724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Budget wird an harte Gates gebunden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35E28F-314E-4C0B-BB4B-EFEE7B5C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ae5d6736142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207B8-FA89-452A-92A3-8099964F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2B415-908A-4251-AF80-6A02B2D3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BA2C3-F3ED-43B9-B059-4A29AFC9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0,95-1,65 Mio. Euro Gesamtkorridor · Freigabe gedeckelt auf 1,6 Mio. Euro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26284-EC52-41C8-AEF1-16A0DF7C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9B14E-D1F8-467E-8A10-11E2E9B4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B252F-F944-4F28-80E4-9D43A0E1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Recht und Makro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7B282-2654-453C-86EF-CB821EE3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260-420 Tsd. Euro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B6377-7D66-4B9A-9D9A-B7698A3B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28BD7-F0F2-4AB0-9D05-EC2581EA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C1655-0FB2-4CB6-B422-71E1A1C0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Covenant, Wallet und Indexer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76C8F-508D-4EA4-9474-D28E37F1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340-600 Tsd. Euro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7B835D-0163-44E4-9A7F-A26E0EF1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8CEF0-BC54-49EC-8907-46EE8232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3E15D0-F9E3-40E9-92A9-05AF970D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und Bargeldprozess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8428C0-D8DF-4FCC-8CFF-DEB4CA35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170-310 Tsd. Euro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0ACE09-B1FD-4C44-8348-CCB6BDD9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2F008-5637-48E0-A801-ADDAB48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FE0D72-969A-4CD0-95D4-86A602E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Reviews, Bug Bounty und Steuerung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374D66-001A-4221-BC04-537E6704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180-320 Tsd. Euro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EE2511-6BB2-4400-9A26-2A85A18F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Stop: unklare Rechtsbasis, nicht beweisbare Mmax-Invariante, unreife Toolchain, untragbares Offline-/CashLot-Risiko oder umgehbarer Sunset.</a:t>
            </a:r>
          </a:p>
        </p:txBody>
      </p:sp>
    </p:spTree>
    <p:extLst>
      <p:ext uri="{BB962C8B-B14F-4D97-AF65-F5344CB8AC3E}">
        <p14:creationId xmlns:p14="http://schemas.microsoft.com/office/powerpoint/2010/main" val="18057602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FD8463-BE6C-471F-8190-541C46DB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231D6-5C61-4D1B-9B7C-07B0831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PHASE 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9926E-2DCA-4691-B01F-7430037F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Der beantragte Beschluss ist bewusst klein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B51BF-7B96-44F0-B67F-5AE9E353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338ebd6dd4d5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B8AF07-B71A-4B20-BEB9-04C0F915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4EDE1-96B9-45AA-894C-E225FF7D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DCB2A-17BA-4ED0-9A17-AADA0C11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92792-E4B1-4B54-ABB7-B915DDC2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6214C-4180-4472-8015-6EF16F10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764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Phase-0-Forschungsprogramm für maximal 18 Monate.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4F412-1012-4403-A408-A5A02D0F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750E4-7C4F-4F4F-8A54-35DA9D15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BAB09-79F7-4324-9651-731DCA60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Mittelobergrenze von 1,6 Mio. Euro.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C9E80-273D-4353-9600-6FA97CB6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D5A2F-8861-48CD-A42F-1D1E7202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4D86FE-401F-4E42-BB0F-9329C5A4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Nur Testnet, Simulation, Gutachten und offene Referenzsoftware.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CCE44-2EFD-4D76-9CD3-394C655A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7CF63E-E80B-45E7-BAC6-DBEC136F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A916AF-ED9D-4E77-8E76-8C3A4F79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Zwischenentscheidung nach neun Monaten.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9DEA6-D54E-4866-963C-25396634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1B6ACF-1FB6-407E-9B4A-0906BAB1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C99217-8241-4533-815E-085C573D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672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Automatisches Ende ohne gesonderten Fortsetzungsbeschluss.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59F7CA-0682-46A3-B208-3778E601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Erfolg bedeutet eine belastbare staatliche Entscheidung - nicht Tokenpreis oder Marktkapitalisierung.</a:t>
            </a:r>
          </a:p>
        </p:txBody>
      </p:sp>
    </p:spTree>
    <p:extLst>
      <p:ext uri="{BB962C8B-B14F-4D97-AF65-F5344CB8AC3E}">
        <p14:creationId xmlns:p14="http://schemas.microsoft.com/office/powerpoint/2010/main" val="457039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2026-09-01T14:42:52.3690000Z</dcterms:created>
  <dcterms:modified xsi:type="dcterms:W3CDTF">2026-09-01T14:42:52.3690000Z</dcterms:modified>
</coreProperties>
</file>